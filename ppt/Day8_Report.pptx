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486400" cy="5486400"/>
          </a:xfrm>
          <a:prstGeom prst="ellipse">
            <a:avLst/>
          </a:prstGeom>
          <a:solidFill>
            <a:srgbClr val="3A457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SALESGENIE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Day 8 Backend Report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Lead Import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 ·  Manual Entry  ·  Duplicate Detection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3A457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32180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Chandra Nayak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  ·  Team C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C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 Import Module streamlines how lead data enters the CRM — from marketing campaigns, third-party tools, spreadsheets, and manual input.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and PostgreSQL, it focuses on performance, validation, and scalability.</a:t>
            </a:r>
            <a:endParaRPr lang="en-US" sz="145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CSV bulk uploads and manual entry, while preventing duplicate records from entering the system.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covers the module's design, implementation, workflow, and how it handles edge cases and data integrity.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73736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7373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Campaigns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99248" y="297180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73568" y="297180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Tools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1856" y="420624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232C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66176" y="420624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&amp; CSV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C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03120"/>
            <a:ext cx="502920" cy="502920"/>
          </a:xfrm>
          <a:prstGeom prst="ellipse">
            <a:avLst/>
          </a:prstGeom>
          <a:solidFill>
            <a:srgbClr val="232C5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7157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Ingestion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0815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efficient, accurate data ingestion into the CRM at scale.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8745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21031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08576" y="27157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+ Manual Support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08576" y="30815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large CSV uploads and single manual entries with equal care.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448" y="18745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103120"/>
            <a:ext cx="502920" cy="50292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27157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0" y="30815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prevent duplicates using email-based validation.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389120"/>
            <a:ext cx="502920" cy="502920"/>
          </a:xfrm>
          <a:prstGeom prst="ellipse">
            <a:avLst/>
          </a:prstGeom>
          <a:solidFill>
            <a:srgbClr val="232C5E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50017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Feedback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53675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records inserted and skipped after every operation.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41605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3891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08576" y="50017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08576" y="53675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efficient queries and modular API design for growth.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56448" y="4160520"/>
            <a:ext cx="3483864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389120"/>
            <a:ext cx="502920" cy="50292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50017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Integration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12480" y="536752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seamlessly with frontend and other backend services.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38560" y="64465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C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94560" y="17373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232C5E"/>
          </a:solidFill>
          <a:ln/>
        </p:spPr>
      </p:sp>
      <p:sp>
        <p:nvSpPr>
          <p:cNvPr id="5" name="Text 3"/>
          <p:cNvSpPr/>
          <p:nvPr/>
        </p:nvSpPr>
        <p:spPr>
          <a:xfrm>
            <a:off x="2468880" y="173736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</a:t>
            </a:r>
            <a:pPr indent="0" marL="0">
              <a:buNone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or manual entry 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0" y="246888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80"/>
                </a:solidFill>
              </a:rPr>
              <a:t>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26517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3A4578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265176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  </a:t>
            </a:r>
            <a:pPr indent="0" marL="0">
              <a:buNone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receive the request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338328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80"/>
                </a:solidFill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35661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3AAFA9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56616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   </a:t>
            </a:r>
            <a:pPr indent="0" marL="0">
              <a:buNone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schema, required fields, formats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429768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80"/>
                </a:solidFill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44805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448056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  </a:t>
            </a:r>
            <a:pPr indent="0" marL="0">
              <a:buNone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email against existing records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5212080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80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539496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D6564F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539496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   </a:t>
            </a:r>
            <a:pPr indent="0" marL="0">
              <a:buNone/>
            </a:pPr>
            <a:r>
              <a:rPr lang="en-US" sz="1150" dirty="0">
                <a:solidFill>
                  <a:srgbClr val="E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commits the result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CSV Upload Implementation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uploaded file and parses it with Python's csv module.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becomes a dictionary, mapped directly to the database model.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an existing email are skipped; new rows are added to the session.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 after all rows keeps large uploads fast.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reports counts of inserted and skipped records.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219456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0" y="21945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0" y="2267712"/>
            <a:ext cx="3657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3514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C7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960120" cy="96012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2004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0" y="3273552"/>
            <a:ext cx="3657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Rows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35140" y="41605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C7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4206240"/>
            <a:ext cx="960120" cy="9601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2062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80960" y="4279392"/>
            <a:ext cx="3657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35140" y="5166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C7"/>
                </a:solidFill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521208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52120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80960" y="5285232"/>
            <a:ext cx="3657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Skip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5140" y="6172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C7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92240" y="6217920"/>
            <a:ext cx="960120" cy="96012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62179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80960" y="6291072"/>
            <a:ext cx="365760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C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Manual Entry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232C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1031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Single Lead Entry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D8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lead through a structured form, with the same validation checks as CSV upload.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D8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an existing email before insert; returns an error if found.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immediately — ideal for high-value leads needing instant attention.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vs. CSV Upload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26060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7F3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60604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38160" y="26060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92640" y="26060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34747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EDEA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4747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38160" y="34747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0" y="34747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434340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7F3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43434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38160" y="43434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lead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92640" y="43434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import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C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Duplicate Detection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Email as the unique identifier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CRM practice, since email addresses are typically unique to each individual. Every new record is checked against existing emails before insert.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7F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email + phone number for a stronger uniqueness constraint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on similar names or company information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extend without major changes to the existing codebase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Workflow Explanation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3000" y="3451860"/>
            <a:ext cx="2091690" cy="0"/>
          </a:xfrm>
          <a:prstGeom prst="line">
            <a:avLst/>
          </a:prstGeom>
          <a:noFill/>
          <a:ln w="25400">
            <a:solidFill>
              <a:srgbClr val="5C68A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" y="3840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Submit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" y="427024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or manual entry 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37610" y="3451860"/>
            <a:ext cx="2091690" cy="0"/>
          </a:xfrm>
          <a:prstGeom prst="line">
            <a:avLst/>
          </a:prstGeom>
          <a:noFill/>
          <a:ln w="25400">
            <a:solidFill>
              <a:srgbClr val="5C68A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34690" y="3200400"/>
            <a:ext cx="502920" cy="50292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11" name="Text 9"/>
          <p:cNvSpPr/>
          <p:nvPr/>
        </p:nvSpPr>
        <p:spPr>
          <a:xfrm>
            <a:off x="323469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40330" y="3840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40330" y="427024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is checked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32220" y="3451860"/>
            <a:ext cx="2091690" cy="0"/>
          </a:xfrm>
          <a:prstGeom prst="line">
            <a:avLst/>
          </a:prstGeom>
          <a:noFill/>
          <a:ln w="25400">
            <a:solidFill>
              <a:srgbClr val="5C68A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829300" y="3200400"/>
            <a:ext cx="502920" cy="50292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/>
          <p:nvPr/>
        </p:nvSpPr>
        <p:spPr>
          <a:xfrm>
            <a:off x="58293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4940" y="3840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34940" y="427024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compared to records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26830" y="3451860"/>
            <a:ext cx="2091690" cy="0"/>
          </a:xfrm>
          <a:prstGeom prst="line">
            <a:avLst/>
          </a:prstGeom>
          <a:noFill/>
          <a:ln w="25400">
            <a:solidFill>
              <a:srgbClr val="5C68A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423910" y="3200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842391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29550" y="3840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Skip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29550" y="427024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added or skipped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018520" y="3200400"/>
            <a:ext cx="502920" cy="502920"/>
          </a:xfrm>
          <a:prstGeom prst="ellipse">
            <a:avLst/>
          </a:prstGeom>
          <a:solidFill>
            <a:srgbClr val="3AAFA9"/>
          </a:solidFill>
          <a:ln/>
        </p:spPr>
      </p:sp>
      <p:sp>
        <p:nvSpPr>
          <p:cNvPr id="25" name="Text 23"/>
          <p:cNvSpPr/>
          <p:nvPr/>
        </p:nvSpPr>
        <p:spPr>
          <a:xfrm>
            <a:off x="110185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424160" y="38404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Respond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424160" y="427024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returned to user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C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Performance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232C5E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Commit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commit after processing all rows minimizes database overhead.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40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Email Field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the email column speeds up duplicate lookups.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240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52044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0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 can handle extremely large files without blocking.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C5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Security and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305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32C5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0756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 Validation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49631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CSV files are accepted for upload.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1305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207568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249631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malicious data from reaching the database.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0965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AAFA9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041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46227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is caught without crashing the system.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40965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32C5E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096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4041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(JWT)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446227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added to restrict access to authorized users.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3A45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 Import Module is a robust, scalable solution for managing lead data — combining bulk upload and manual entry with reliable duplicate detection.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reflects strong backend practices — efficient database interaction, clean architecture, and comprehensive validation — and is built to grow with future enhancements.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182880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0956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09560" y="25603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 backend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bulk upload + manual entry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duplicate detection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commits for performance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grow: fuzzy matching, JWT auth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2026-07-22T06:40:40Z</dcterms:created>
  <dcterms:modified xsi:type="dcterms:W3CDTF">2026-07-22T06:40:40Z</dcterms:modified>
</cp:coreProperties>
</file>