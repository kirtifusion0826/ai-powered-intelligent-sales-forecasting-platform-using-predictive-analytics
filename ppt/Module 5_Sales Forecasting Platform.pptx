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- 1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INTELLIGENT SALES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Predictive Analytics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1879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Kirti Chandra Nayak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  |  Backend Developer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 — Module 5: Conversation Intelligence &amp; CRM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through in today's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4650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46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673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 and the problem it solves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59736"/>
            <a:ext cx="996696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877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My Role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C, tools, and my responsibility as Backend Developer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300984"/>
            <a:ext cx="996696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4290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3558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7216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Module 5 fits within the overall system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142232"/>
            <a:ext cx="996696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270248"/>
            <a:ext cx="566928" cy="566928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70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1970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Deep Dive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456285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Intelligence &amp; CRM Integration — the core of today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983480"/>
            <a:ext cx="996696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1114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111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5038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Next Steps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54041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being built, and what's ahead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29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sales conversations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data into foresight.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777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57800" y="7589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143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generate huge amounts of data — deals, calls, CRM activity — that is rarely used to predict what happens next.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502920" cy="502920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25420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9260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forecasts sales performance using predictive analytics, and understands sales conversations.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4343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43251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47091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forecasting models with conversation intelligence, so predictions are backed by what customers actually say.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Platform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in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297680" cy="4480560"/>
          </a:xfrm>
          <a:prstGeom prst="roundRect">
            <a:avLst>
              <a:gd name="adj" fmla="val 297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828800"/>
            <a:ext cx="1051560" cy="1051560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4028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Kirti Chandra Nayak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240280" y="24505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063240"/>
            <a:ext cx="3657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502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TODAY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37083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Conversation Intelligence &amp; CRM Integration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Environment I Use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49240" y="2103120"/>
            <a:ext cx="6035040" cy="1170432"/>
          </a:xfrm>
          <a:prstGeom prst="roundRect">
            <a:avLst>
              <a:gd name="adj" fmla="val 7813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32257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23225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2494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37960" y="261518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code editor for building and debugging the backend logic.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3474720"/>
            <a:ext cx="6035040" cy="1170432"/>
          </a:xfrm>
          <a:prstGeom prst="roundRect">
            <a:avLst>
              <a:gd name="adj" fmla="val 7813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69417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6941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3621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398678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builds interactive interfaces to demo and test backend outputs.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4846320"/>
            <a:ext cx="6035040" cy="1170432"/>
          </a:xfrm>
          <a:prstGeom prst="roundRect">
            <a:avLst>
              <a:gd name="adj" fmla="val 7813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506577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50657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37960" y="49926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537960" y="535838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collaboration with the rest of Team C.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Module 5 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 across five collaborating modules, developed together as one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19659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4518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 Engine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19659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0070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6007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74920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&amp; Visualization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86600" y="19659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95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495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Recommendations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35440" y="19659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98380" y="2286000"/>
            <a:ext cx="640080" cy="640080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2" name="Text 20"/>
          <p:cNvSpPr/>
          <p:nvPr/>
        </p:nvSpPr>
        <p:spPr>
          <a:xfrm>
            <a:off x="98983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72600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Intelligence &amp; CRM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72600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Intelligence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CRM Integration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sales conversations into structured, actionable, CRM-ready intelligence.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8920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calls &amp; meetings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48920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8920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discussion points &amp; action items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48920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48920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activity with CRM platforms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Summarization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sales calls, meetings, and customer interactions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calls, meeting transcripts, and customer chat/email interactions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58768" y="260604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945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 reads context, tone, and structure across the full conversation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62088" y="260604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1945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Summary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readable summary capturing what actually mattered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and managers no longer need to re-listen to calls or re-read long transcripts — a clear summary is generated automatically for every interaction, saving review time and keeping the whole team aligned.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Extracting Insights &amp; Action Items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discussion points and action items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Discussion Points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923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529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needs, objections, and pricing discussions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1246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661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 or requirements mentioned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2569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793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buying signals in the conversation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13892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9926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mentions and comparisons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167128"/>
            <a:ext cx="566928" cy="566928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46520" y="2999232"/>
            <a:ext cx="109728" cy="109728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tasks with owner and due date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3712464"/>
            <a:ext cx="109728" cy="109728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5661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made by the sales rep or client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425696"/>
            <a:ext cx="109728" cy="109728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2793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clearly separated from general talk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5138928"/>
            <a:ext cx="109728" cy="109728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99262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sync directly into the CRM as tasks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Integration &amp; Activity Sync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CRM platforms for activity synchronization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from the conversation intelligence engine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0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60520" y="178308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Sync Service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2377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to CRM fields and pushes it through the platform 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52360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Platform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logged and kept in sync automatically, no manual entry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2611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 development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4297680"/>
            <a:ext cx="548640" cy="548640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42611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for testing &amp; demo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114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8275320" y="4297680"/>
            <a:ext cx="548640" cy="548640"/>
          </a:xfrm>
          <a:prstGeom prst="ellipse">
            <a:avLst/>
          </a:prstGeom>
          <a:solidFill>
            <a:srgbClr val="5FCBAE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0" y="42611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75320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team sync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are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8636" y="3977640"/>
            <a:ext cx="2011680" cy="0"/>
          </a:xfrm>
          <a:prstGeom prst="line">
            <a:avLst/>
          </a:prstGeom>
          <a:noFill/>
          <a:ln w="25400">
            <a:solidFill>
              <a:srgbClr val="5FCB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2062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Chandra Nayak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  •  Backend Developer  •  Group 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2026-08-28T14:15:51Z</dcterms:created>
  <dcterms:modified xsi:type="dcterms:W3CDTF">2026-08-28T14:15:51Z</dcterms:modified>
</cp:coreProperties>
</file>